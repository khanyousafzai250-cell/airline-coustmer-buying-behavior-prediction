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Buying Behaviour – Machine Learning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Task 2  |  British Airways Customer Booking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383280" cy="4937760"/>
          </a:xfrm>
          <a:prstGeom prst="rect">
            <a:avLst/>
          </a:prstGeom>
          <a:solidFill>
            <a:srgbClr val="F2F5FA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5" name="Header 1  |  MODEL PERFORMANCE"/>
          <p:cNvSpPr/>
          <p:nvPr/>
        </p:nvSpPr>
        <p:spPr>
          <a:xfrm>
            <a:off x="457200" y="1371600"/>
            <a:ext cx="3383280" cy="411480"/>
          </a:xfrm>
          <a:prstGeom prst="rect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|  MODEL PERFORMANCE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463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2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61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(10,000 test records)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2011680"/>
            <a:ext cx="1463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2103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2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761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non-bookings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12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862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booking_complete (customer completes a booking)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Classifier, 100 trees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split, stratified to preserve class balance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ranking for interpretability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69080" y="1371600"/>
            <a:ext cx="420624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16" name="Header 2  |  TOP 10 DRIVERS OF BOOKINGS"/>
          <p:cNvSpPr/>
          <p:nvPr/>
        </p:nvSpPr>
        <p:spPr>
          <a:xfrm>
            <a:off x="4069080" y="1371600"/>
            <a:ext cx="4206240" cy="411480"/>
          </a:xfrm>
          <a:prstGeom prst="rect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TOP 10 DRIVERS OF BOOKINGS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78808" y="1993392"/>
            <a:ext cx="274320" cy="274320"/>
          </a:xfrm>
          <a:prstGeom prst="ellipse">
            <a:avLst/>
          </a:prstGeom>
          <a:solidFill>
            <a:srgbClr val="D2002B"/>
          </a:solidFill>
          <a:ln w="12700">
            <a:solidFill>
              <a:srgbClr val="D200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78808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19202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purchase_lead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booking window – top driver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40880" y="2048256"/>
            <a:ext cx="1097280" cy="164592"/>
          </a:xfrm>
          <a:prstGeom prst="rect">
            <a:avLst/>
          </a:prstGeom>
          <a:solidFill>
            <a:srgbClr val="D2002B"/>
          </a:solidFill>
          <a:ln w="12700">
            <a:solidFill>
              <a:srgbClr val="D200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8808" y="2423160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78808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23500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flight_hour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time of day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40880" y="2478024"/>
            <a:ext cx="1014984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78808" y="2852928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78808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77977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length_of_stay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at destination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40880" y="2907792"/>
            <a:ext cx="932688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78808" y="3282696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78808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32095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flight_day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the week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40880" y="3337560"/>
            <a:ext cx="850392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78808" y="3712464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7880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363931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num_passengers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 per booking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040880" y="3767328"/>
            <a:ext cx="768096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78808" y="4142232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7880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0690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flight_duration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flight time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40880" y="4197096"/>
            <a:ext cx="685800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78808" y="4572000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78808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0" y="44988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booking_origin_Malaysia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040880" y="4626864"/>
            <a:ext cx="603504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78808" y="5001768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178808" y="5001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0" y="49286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wants_in_flight_meals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meals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040880" y="5056632"/>
            <a:ext cx="521208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78808" y="5431536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178808" y="5431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0" y="535838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booking_origin_Australia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origin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040880" y="5486400"/>
            <a:ext cx="438912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78808" y="5861304"/>
            <a:ext cx="274320" cy="274320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178808" y="5861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0" y="57881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wants_extra_baggage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baggage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040880" y="5916168"/>
            <a:ext cx="356616" cy="1645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03920" y="1371600"/>
            <a:ext cx="3227832" cy="4937760"/>
          </a:xfrm>
          <a:prstGeom prst="rect">
            <a:avLst/>
          </a:prstGeom>
          <a:solidFill>
            <a:srgbClr val="F2F5FA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59" name="Header 3  |  RECOMMENDATIONS"/>
          <p:cNvSpPr/>
          <p:nvPr/>
        </p:nvSpPr>
        <p:spPr>
          <a:xfrm>
            <a:off x="8503920" y="1371600"/>
            <a:ext cx="3227832" cy="411480"/>
          </a:xfrm>
          <a:prstGeom prst="rect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641080" y="13716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|  RECOMMENDATIONS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613648" y="1920240"/>
            <a:ext cx="300837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23376" y="2029968"/>
            <a:ext cx="292608" cy="292608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723376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9116568" y="202996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Targeting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8723376" y="239572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campaigns and holiday package offers to the customer’s booking window (purchase_lead).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8613648" y="3337560"/>
            <a:ext cx="300837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23376" y="3447288"/>
            <a:ext cx="292608" cy="292608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723376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9116568" y="344728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Optimisation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8723376" y="381304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flight choices and add-on bundles (meals, baggage) by flight hour and duration.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8613648" y="4754880"/>
            <a:ext cx="300837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23376" y="4864608"/>
            <a:ext cx="292608" cy="292608"/>
          </a:xfrm>
          <a:prstGeom prst="ellipse">
            <a:avLst/>
          </a:prstGeom>
          <a:solidFill>
            <a:srgbClr val="01264B"/>
          </a:solidFill>
          <a:ln w="12700">
            <a:solidFill>
              <a:srgbClr val="01264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723376" y="4864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9116568" y="4864608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Engagement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8723376" y="5230368"/>
            <a:ext cx="2788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airport marketing to proactive digital engagement before customers travel.</a:t>
            </a:r>
            <a:endParaRPr lang="en-US" sz="11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64190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British Airways customer booking dataset  |  Random Forest Classifier  |  Bar lengths show rank order of feature importance, not exact scores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Customer Buying Behaviour</dc:title>
  <dc:subject>PptxGenJS Presentation</dc:subject>
  <dc:creator>PptxGenJS</dc:creator>
  <cp:lastModifiedBy>PptxGenJS</cp:lastModifiedBy>
  <cp:revision>1</cp:revision>
  <dcterms:created xsi:type="dcterms:W3CDTF">2026-10-19T12:44:49Z</dcterms:created>
  <dcterms:modified xsi:type="dcterms:W3CDTF">2026-10-19T12:44:49Z</dcterms:modified>
</cp:coreProperties>
</file>