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3360"/>
            <a:ext cx="10566400" cy="440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3360"/>
            <a:ext cx="10566400" cy="440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06055"/>
            <a:ext cx="1016000" cy="635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672755"/>
            <a:ext cx="1137920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Buying Behaviour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812800" y="3602335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C8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Insights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12800" y="418524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8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| Data Science Task 2 | Customer Booking Analysis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94160"/>
            <a:ext cx="3302000" cy="206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719560"/>
            <a:ext cx="3302000" cy="0"/>
          </a:xfrm>
          <a:prstGeom prst="line">
            <a:avLst/>
          </a:prstGeom>
          <a:noFill/>
          <a:ln w="50800">
            <a:solidFill>
              <a:srgbClr val="D20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1998960"/>
            <a:ext cx="2877820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80"/>
              </a:lnSpc>
              <a:buNone/>
            </a:pPr>
            <a:r>
              <a:rPr lang="en-US" sz="52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66800" y="2974280"/>
            <a:ext cx="28778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on 10,000 test records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3964880"/>
            <a:ext cx="3302000" cy="1800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3990280"/>
            <a:ext cx="3302000" cy="0"/>
          </a:xfrm>
          <a:prstGeom prst="line">
            <a:avLst/>
          </a:prstGeom>
          <a:noFill/>
          <a:ln w="50800">
            <a:solidFill>
              <a:srgbClr val="D200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6800" y="4269680"/>
            <a:ext cx="2877820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80"/>
              </a:lnSpc>
              <a:buNone/>
            </a:pPr>
            <a:r>
              <a:rPr lang="en-US" sz="52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66800" y="5245001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for non-bookings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19600" y="1694160"/>
            <a:ext cx="6959600" cy="40715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24400" y="1998960"/>
            <a:ext cx="654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94758" y="2481560"/>
            <a:ext cx="6462522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booking_complete, whether a customer completes a holiday booking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 Classifier (n_estimators = 100)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test_size = 0.2, stratify = y to preserve class balance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</a:t>
            </a: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importance ranking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drivers of customer bookings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05260"/>
          <a:ext cx="10553700" cy="3750866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5106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purchase_lead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 duration, the most critical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 time of the flight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length_of_stay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duration spent at the destination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the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num_passengers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travellers in the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flight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booking_origin_Malaysia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origin of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wants_in_flight_meals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preference: meals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booking_origin_Australia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origin of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2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wants_extra_baggage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6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preference: baggage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British Airways customer booking dataset | Random Forest Classifier | Ranked by feature importance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94160"/>
            <a:ext cx="3352800" cy="29767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44550" y="1694160"/>
            <a:ext cx="0" cy="2976761"/>
          </a:xfrm>
          <a:prstGeom prst="line">
            <a:avLst/>
          </a:prstGeom>
          <a:noFill/>
          <a:ln w="63500">
            <a:solidFill>
              <a:srgbClr val="D20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1998960"/>
            <a:ext cx="276009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2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1100" y="2766020"/>
            <a:ext cx="276009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targeting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1100" y="3228280"/>
            <a:ext cx="2760091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campaigns and holiday package offers to the customer's advance booking window (purchase_lead).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19600" y="1694160"/>
            <a:ext cx="3352800" cy="29767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51350" y="1694160"/>
            <a:ext cx="0" cy="2976761"/>
          </a:xfrm>
          <a:prstGeom prst="line">
            <a:avLst/>
          </a:prstGeom>
          <a:noFill/>
          <a:ln w="63500">
            <a:solidFill>
              <a:srgbClr val="D20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7900" y="1998960"/>
            <a:ext cx="276009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2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87900" y="2766020"/>
            <a:ext cx="276009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optimisation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87900" y="3228280"/>
            <a:ext cx="2760091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flight choices and add-on bundles (meals, baggage) around flight hour and flight duration preferences.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26400" y="1694160"/>
            <a:ext cx="3352800" cy="29767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58150" y="1694160"/>
            <a:ext cx="0" cy="2976761"/>
          </a:xfrm>
          <a:prstGeom prst="line">
            <a:avLst/>
          </a:prstGeom>
          <a:noFill/>
          <a:ln w="63500">
            <a:solidFill>
              <a:srgbClr val="D20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700" y="1998960"/>
            <a:ext cx="276009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2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94700" y="2766020"/>
            <a:ext cx="276009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11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engagement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94700" y="3228280"/>
            <a:ext cx="2760091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airport marketing to proactive digital engagement before customers embark on their holidays.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dicting Customer Buying Behaviour – ML Insights">
  <a:themeElements>
    <a:clrScheme name="Predicting Customer Buying Behaviour – ML Insights">
      <a:dk1>
        <a:srgbClr val="011E4B"/>
      </a:dk1>
      <a:lt1>
        <a:srgbClr val="F2F5FA"/>
      </a:lt1>
      <a:dk2>
        <a:srgbClr val="3D5477"/>
      </a:dk2>
      <a:lt2>
        <a:srgbClr val="DAE0E9"/>
      </a:lt2>
      <a:accent1>
        <a:srgbClr val="D2002B"/>
      </a:accent1>
      <a:accent2>
        <a:srgbClr val="232832"/>
      </a:accent2>
      <a:accent3>
        <a:srgbClr val="5A626E"/>
      </a:accent3>
      <a:accent4>
        <a:srgbClr val="C8D4EB"/>
      </a:accent4>
      <a:accent5>
        <a:srgbClr val="9AA0A6"/>
      </a:accent5>
      <a:accent6>
        <a:srgbClr val="617491"/>
      </a:accent6>
      <a:hlink>
        <a:srgbClr val="0563C1"/>
      </a:hlink>
      <a:folHlink>
        <a:srgbClr val="954F72"/>
      </a:folHlink>
    </a:clrScheme>
    <a:fontScheme name="Predicting Customer Buying Behaviour – ML Insigh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Buying Behaviour – ML Insights</dc:title>
  <dc:subject/>
  <dc:creator/>
  <cp:lastModifiedBy/>
  <cp:revision>1</cp:revision>
  <dcterms:created xsi:type="dcterms:W3CDTF">2026-10-19T12:40:39Z</dcterms:created>
  <dcterms:modified xsi:type="dcterms:W3CDTF">2026-10-19T12:40:39Z</dcterms:modified>
</cp:coreProperties>
</file>